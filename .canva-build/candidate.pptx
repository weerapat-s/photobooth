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935897d8484862" /><Relationship Type="http://schemas.openxmlformats.org/officeDocument/2006/relationships/extended-properties" Target="/docProps/app.xml" Id="Rb11db08f07a143af" /><Relationship Type="http://schemas.openxmlformats.org/officeDocument/2006/relationships/officeDocument" Target="/ppt/presentation.xml" Id="R8a3e7a2a512043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3d6dde977a49f2"/>
  </p:sldMasterIdLst>
  <p:notesMasterIdLst>
    <p:notesMasterId xmlns:r="http://schemas.openxmlformats.org/officeDocument/2006/relationships" r:id="R9dade1da0e004e04"/>
  </p:notesMasterIdLst>
  <p:sldIdLst>
    <p:sldId xmlns:r="http://schemas.openxmlformats.org/officeDocument/2006/relationships" id="256" r:id="R48bcbb5d2136469c"/>
  </p:sldIdLst>
  <p:sldSz cx="36576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147b2a4fef4255" /><Relationship Type="http://schemas.openxmlformats.org/officeDocument/2006/relationships/slideMaster" Target="/ppt/slideMasters/slideMaster1.xml" Id="Re23d6dde977a49f2" /><Relationship Type="http://schemas.openxmlformats.org/officeDocument/2006/relationships/notesMaster" Target="/ppt/notesMasters/notesMaster1.xml" Id="R9dade1da0e004e04" /><Relationship Type="http://schemas.openxmlformats.org/officeDocument/2006/relationships/presProps" Target="/ppt/presProps.xml" Id="R15de41d04add4783" /><Relationship Type="http://schemas.openxmlformats.org/officeDocument/2006/relationships/tableStyles" Target="/ppt/tableStyles.xml" Id="R34a678a39307449b" /><Relationship Type="http://schemas.openxmlformats.org/officeDocument/2006/relationships/slide" Target="/ppt/slides/slide1.xml" Id="R48bcbb5d2136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48e6a0c7c6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ed1120184243f4" /><Relationship Type="http://schemas.openxmlformats.org/officeDocument/2006/relationships/notesMaster" Target="/ppt/notesMasters/notesMaster1.xml" Id="R78f9a18fd8d943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fccb37c954d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fe182ac0742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16c848fd24a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a3034dba148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676a9032542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6308325f64d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CCFD50-F472-44E2-AB29-222711585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760" y="2072640"/>
            <a:ext cx="292608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48BA00-7D1F-4FC0-B0B0-297335DE00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8640" y="3017520"/>
            <a:ext cx="25603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7ED050-FA8B-483F-9C10-8241EE8F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760" y="22860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ABEFEC-95D0-4D9C-92D4-1D11B1CE8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" y="426720"/>
            <a:ext cx="324612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2E3BE2-D326-43C1-AFA1-D5B4F6624D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" y="1524000"/>
            <a:ext cx="324612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1pPr>
            <a:lvl2pPr marL="1600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2pPr>
            <a:lvl3pPr marL="2514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3pPr>
            <a:lvl4pPr marL="3429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4pPr>
            <a:lvl5pPr marL="43434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5pPr>
            <a:lvl6pPr marL="5257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6pPr>
            <a:lvl7pPr marL="6172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7pPr>
            <a:lvl8pPr marL="7086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8pPr>
            <a:lvl9pPr marL="8001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A33523-ED75-4C34-BB75-900428041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" y="426720"/>
            <a:ext cx="324612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2B334E-598F-4EEA-9613-D1218C8863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" y="1524000"/>
            <a:ext cx="150876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1pPr>
            <a:lvl2pPr marL="1600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2pPr>
            <a:lvl3pPr marL="2514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3pPr>
            <a:lvl4pPr marL="3429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4pPr>
            <a:lvl5pPr marL="43434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5pPr>
            <a:lvl6pPr marL="5257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6pPr>
            <a:lvl7pPr marL="6172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7pPr>
            <a:lvl8pPr marL="7086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8pPr>
            <a:lvl9pPr marL="8001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4ADBE9-17FC-46E3-A882-E90064E5E4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943100" y="1524000"/>
            <a:ext cx="150876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1pPr>
            <a:lvl2pPr marL="1600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2pPr>
            <a:lvl3pPr marL="2514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3pPr>
            <a:lvl4pPr marL="3429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4pPr>
            <a:lvl5pPr marL="43434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5pPr>
            <a:lvl6pPr marL="5257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6pPr>
            <a:lvl7pPr marL="6172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7pPr>
            <a:lvl8pPr marL="7086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8pPr>
            <a:lvl9pPr marL="8001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C139B5-FDAB-45E4-84C2-DD28F3D69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" y="426720"/>
            <a:ext cx="324612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1B37BA-2EE4-463D-8D27-8D9518148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" y="1524000"/>
            <a:ext cx="150876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1pPr>
            <a:lvl2pPr marL="1600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2pPr>
            <a:lvl3pPr marL="2514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3pPr>
            <a:lvl4pPr marL="3429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4pPr>
            <a:lvl5pPr marL="43434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5pPr>
            <a:lvl6pPr marL="52578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6pPr>
            <a:lvl7pPr marL="61722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7pPr>
            <a:lvl8pPr marL="70866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8pPr>
            <a:lvl9pPr marL="800100" indent="-6858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5db0969504671" /><Relationship Type="http://schemas.openxmlformats.org/officeDocument/2006/relationships/slideLayout" Target="/ppt/slideLayouts/slideLayout1.xml" Id="Rdccf3e6cf8194e9d" /><Relationship Type="http://schemas.openxmlformats.org/officeDocument/2006/relationships/slideLayout" Target="/ppt/slideLayouts/slideLayout2.xml" Id="R769521f0464f4a4e" /><Relationship Type="http://schemas.openxmlformats.org/officeDocument/2006/relationships/slideLayout" Target="/ppt/slideLayouts/slideLayout3.xml" Id="R31ae7cd34ce345fe" /><Relationship Type="http://schemas.openxmlformats.org/officeDocument/2006/relationships/slideLayout" Target="/ppt/slideLayouts/slideLayout4.xml" Id="R31db4afbea3542a5" /><Relationship Type="http://schemas.openxmlformats.org/officeDocument/2006/relationships/slideLayout" Target="/ppt/slideLayouts/slideLayout5.xml" Id="Rd6fa71c9a3a749ea" /><Relationship Type="http://schemas.openxmlformats.org/officeDocument/2006/relationships/slideLayout" Target="/ppt/slideLayouts/slideLayout6.xml" Id="Rde1bf5456e544d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cf3e6cf8194e9d"/>
    <p:sldLayoutId xmlns:r="http://schemas.openxmlformats.org/officeDocument/2006/relationships" id="2147483650" r:id="R769521f0464f4a4e"/>
    <p:sldLayoutId xmlns:r="http://schemas.openxmlformats.org/officeDocument/2006/relationships" id="2147483651" r:id="R31ae7cd34ce345fe"/>
    <p:sldLayoutId xmlns:r="http://schemas.openxmlformats.org/officeDocument/2006/relationships" id="2147483652" r:id="R31db4afbea3542a5"/>
    <p:sldLayoutId xmlns:r="http://schemas.openxmlformats.org/officeDocument/2006/relationships" id="2147483653" r:id="Rd6fa71c9a3a749ea"/>
    <p:sldLayoutId xmlns:r="http://schemas.openxmlformats.org/officeDocument/2006/relationships" id="2147483654" r:id="Rde1bf5456e544d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cfe5e54b94df1" /><Relationship Type="http://schemas.openxmlformats.org/officeDocument/2006/relationships/image" Target="/ppt/media/image.png" Id="Rdf6c714650d04034" /><Relationship Type="http://schemas.openxmlformats.org/officeDocument/2006/relationships/image" Target="/ppt/media/image2.png" Id="R4b7cf76c206d4c5e" /><Relationship Type="http://schemas.openxmlformats.org/officeDocument/2006/relationships/image" Target="/ppt/media/image3.png" Id="Rfd3f236889a84567" /><Relationship Type="http://schemas.openxmlformats.org/officeDocument/2006/relationships/image" Target="/ppt/media/image4.png" Id="R9f085b717dc04204" /><Relationship Type="http://schemas.openxmlformats.org/officeDocument/2006/relationships/image" Target="/ppt/media/image5.png" Id="R19f79e392f7d4b72" /><Relationship Type="http://schemas.openxmlformats.org/officeDocument/2006/relationships/image" Target="/ppt/media/image6.png" Id="R0cfa4284961543c0" /><Relationship Type="http://schemas.openxmlformats.org/officeDocument/2006/relationships/notesSlide" Target="/ppt/notesSlides/notesSlide1.xml" Id="R8b4bc112a5684b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blue glow 1">
            <a:extLst xmlns:a="http://schemas.openxmlformats.org/drawingml/2006/main">
              <a:ext uri="{FF2B5EF4-FFF2-40B4-BE49-F238E27FC236}">
                <a16:creationId xmlns:a16="http://schemas.microsoft.com/office/drawing/2014/main" id="{E50F06D1-1655-4AE4-9CC2-C0E91FEB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085850"/>
            <a:ext cx="1562100" cy="26479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A4A80">
                  <a:alpha val="26000"/>
                </a:srgbClr>
              </a:gs>
              <a:gs pos="64000">
                <a:srgbClr val="10234A">
                  <a:alpha val="10000"/>
                </a:srgbClr>
              </a:gs>
              <a:gs pos="100000">
                <a:srgbClr val="10234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ower glow 1">
            <a:extLst xmlns:a="http://schemas.openxmlformats.org/drawingml/2006/main">
              <a:ext uri="{FF2B5EF4-FFF2-40B4-BE49-F238E27FC236}">
                <a16:creationId xmlns:a16="http://schemas.microsoft.com/office/drawing/2014/main" id="{BAD81F54-FD6D-44D1-8431-29BD3EA6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600450"/>
            <a:ext cx="1362075" cy="1733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83D70">
                  <a:alpha val="25000"/>
                </a:srgbClr>
              </a:gs>
              <a:gs pos="100000">
                <a:srgbClr val="08122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gold particle 1-1">
            <a:extLst xmlns:a="http://schemas.openxmlformats.org/drawingml/2006/main">
              <a:ext uri="{FF2B5EF4-FFF2-40B4-BE49-F238E27FC236}">
                <a16:creationId xmlns:a16="http://schemas.microsoft.com/office/drawing/2014/main" id="{93C35740-A614-463A-B296-C034B80E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672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ld particle 1-2">
            <a:extLst xmlns:a="http://schemas.openxmlformats.org/drawingml/2006/main">
              <a:ext uri="{FF2B5EF4-FFF2-40B4-BE49-F238E27FC236}">
                <a16:creationId xmlns:a16="http://schemas.microsoft.com/office/drawing/2014/main" id="{CCD4C97D-F48C-4CD6-BA8F-67A2CB00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573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old particle 1-3">
            <a:extLst xmlns:a="http://schemas.openxmlformats.org/drawingml/2006/main">
              <a:ext uri="{FF2B5EF4-FFF2-40B4-BE49-F238E27FC236}">
                <a16:creationId xmlns:a16="http://schemas.microsoft.com/office/drawing/2014/main" id="{11027357-3394-4E2F-99D0-B31294A0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old particle 1-4">
            <a:extLst xmlns:a="http://schemas.openxmlformats.org/drawingml/2006/main">
              <a:ext uri="{FF2B5EF4-FFF2-40B4-BE49-F238E27FC236}">
                <a16:creationId xmlns:a16="http://schemas.microsoft.com/office/drawing/2014/main" id="{E6E0E420-960D-4082-B297-7EA2BA36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8384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old particle 1-5">
            <a:extLst xmlns:a="http://schemas.openxmlformats.org/drawingml/2006/main">
              <a:ext uri="{FF2B5EF4-FFF2-40B4-BE49-F238E27FC236}">
                <a16:creationId xmlns:a16="http://schemas.microsoft.com/office/drawing/2014/main" id="{47A91FA2-01CF-468F-AC38-76D263A1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290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ld particle 1-6">
            <a:extLst xmlns:a="http://schemas.openxmlformats.org/drawingml/2006/main">
              <a:ext uri="{FF2B5EF4-FFF2-40B4-BE49-F238E27FC236}">
                <a16:creationId xmlns:a16="http://schemas.microsoft.com/office/drawing/2014/main" id="{643C7FF6-C7FC-4615-9707-765BD1F9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196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old particle 1-7">
            <a:extLst xmlns:a="http://schemas.openxmlformats.org/drawingml/2006/main">
              <a:ext uri="{FF2B5EF4-FFF2-40B4-BE49-F238E27FC236}">
                <a16:creationId xmlns:a16="http://schemas.microsoft.com/office/drawing/2014/main" id="{0580B2E2-5B60-4185-8D47-849CFB29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01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ld particle 1-8">
            <a:extLst xmlns:a="http://schemas.openxmlformats.org/drawingml/2006/main">
              <a:ext uri="{FF2B5EF4-FFF2-40B4-BE49-F238E27FC236}">
                <a16:creationId xmlns:a16="http://schemas.microsoft.com/office/drawing/2014/main" id="{1A0E79D2-B2B4-4E90-BF09-E086DF92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8572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old particle 1-9">
            <a:extLst xmlns:a="http://schemas.openxmlformats.org/drawingml/2006/main">
              <a:ext uri="{FF2B5EF4-FFF2-40B4-BE49-F238E27FC236}">
                <a16:creationId xmlns:a16="http://schemas.microsoft.com/office/drawing/2014/main" id="{01630369-02DA-4987-BD58-28CCB975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478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old particle 1-10">
            <a:extLst xmlns:a="http://schemas.openxmlformats.org/drawingml/2006/main">
              <a:ext uri="{FF2B5EF4-FFF2-40B4-BE49-F238E27FC236}">
                <a16:creationId xmlns:a16="http://schemas.microsoft.com/office/drawing/2014/main" id="{4C25F08B-0861-4116-B35E-893A663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384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old particle 1-11">
            <a:extLst xmlns:a="http://schemas.openxmlformats.org/drawingml/2006/main">
              <a:ext uri="{FF2B5EF4-FFF2-40B4-BE49-F238E27FC236}">
                <a16:creationId xmlns:a16="http://schemas.microsoft.com/office/drawing/2014/main" id="{8C000B02-D241-4454-9326-2CE94D3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2897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old particle 1-12">
            <a:extLst xmlns:a="http://schemas.openxmlformats.org/drawingml/2006/main">
              <a:ext uri="{FF2B5EF4-FFF2-40B4-BE49-F238E27FC236}">
                <a16:creationId xmlns:a16="http://schemas.microsoft.com/office/drawing/2014/main" id="{566DC0CC-793F-4484-AC85-D33D15D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0195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old particle 1-13">
            <a:extLst xmlns:a="http://schemas.openxmlformats.org/drawingml/2006/main">
              <a:ext uri="{FF2B5EF4-FFF2-40B4-BE49-F238E27FC236}">
                <a16:creationId xmlns:a16="http://schemas.microsoft.com/office/drawing/2014/main" id="{541ACFCE-5A8B-43A0-8B25-DC745CD2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old particle 1-14">
            <a:extLst xmlns:a="http://schemas.openxmlformats.org/drawingml/2006/main">
              <a:ext uri="{FF2B5EF4-FFF2-40B4-BE49-F238E27FC236}">
                <a16:creationId xmlns:a16="http://schemas.microsoft.com/office/drawing/2014/main" id="{6F2F7C78-1B99-4F82-BDA4-9A9EE5C5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72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old particle 1-15">
            <a:extLst xmlns:a="http://schemas.openxmlformats.org/drawingml/2006/main">
              <a:ext uri="{FF2B5EF4-FFF2-40B4-BE49-F238E27FC236}">
                <a16:creationId xmlns:a16="http://schemas.microsoft.com/office/drawing/2014/main" id="{471AD1FF-E4A7-48A1-9D97-E6566B23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4777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old particle 1-16">
            <a:extLst xmlns:a="http://schemas.openxmlformats.org/drawingml/2006/main">
              <a:ext uri="{FF2B5EF4-FFF2-40B4-BE49-F238E27FC236}">
                <a16:creationId xmlns:a16="http://schemas.microsoft.com/office/drawing/2014/main" id="{767406E6-004F-45EA-9032-1DD0C4C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0383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old particle 1-17">
            <a:extLst xmlns:a="http://schemas.openxmlformats.org/drawingml/2006/main">
              <a:ext uri="{FF2B5EF4-FFF2-40B4-BE49-F238E27FC236}">
                <a16:creationId xmlns:a16="http://schemas.microsoft.com/office/drawing/2014/main" id="{AEA205D7-36FC-44AC-85A6-5B53FA9C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old particle 1-18">
            <a:extLst xmlns:a="http://schemas.openxmlformats.org/drawingml/2006/main">
              <a:ext uri="{FF2B5EF4-FFF2-40B4-BE49-F238E27FC236}">
                <a16:creationId xmlns:a16="http://schemas.microsoft.com/office/drawing/2014/main" id="{DD3321CF-08A9-4793-A65D-BA21A459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195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old particle 1-19">
            <a:extLst xmlns:a="http://schemas.openxmlformats.org/drawingml/2006/main">
              <a:ext uri="{FF2B5EF4-FFF2-40B4-BE49-F238E27FC236}">
                <a16:creationId xmlns:a16="http://schemas.microsoft.com/office/drawing/2014/main" id="{8E4EB45D-6F73-4E12-A7D3-52624845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00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old particle 1-20">
            <a:extLst xmlns:a="http://schemas.openxmlformats.org/drawingml/2006/main">
              <a:ext uri="{FF2B5EF4-FFF2-40B4-BE49-F238E27FC236}">
                <a16:creationId xmlns:a16="http://schemas.microsoft.com/office/drawing/2014/main" id="{B0AC7CFC-21D5-4DFF-8F39-E0B0019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2006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old particle 1-21">
            <a:extLst xmlns:a="http://schemas.openxmlformats.org/drawingml/2006/main">
              <a:ext uri="{FF2B5EF4-FFF2-40B4-BE49-F238E27FC236}">
                <a16:creationId xmlns:a16="http://schemas.microsoft.com/office/drawing/2014/main" id="{252F8328-BFF8-4D10-BA8C-620671D2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477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old particle 1-22">
            <a:extLst xmlns:a="http://schemas.openxmlformats.org/drawingml/2006/main">
              <a:ext uri="{FF2B5EF4-FFF2-40B4-BE49-F238E27FC236}">
                <a16:creationId xmlns:a16="http://schemas.microsoft.com/office/drawing/2014/main" id="{7FEDCE9F-5341-4E9E-89E7-37DF766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6383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8664F-9C4D-4DB9-858C-44B14693F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c714650d04034"/>
          <a:stretch xmlns:a="http://schemas.openxmlformats.org/drawingml/2006/main"/>
        </p:blipFill>
        <p:spPr>
          <a:xfrm xmlns:a="http://schemas.openxmlformats.org/drawingml/2006/main">
            <a:off x="171705" y="123825"/>
            <a:ext cx="199515" cy="219075"/>
          </a:xfrm>
          <a:prstGeom xmlns:a="http://schemas.openxmlformats.org/drawingml/2006/main" prst="rect">
            <a:avLst/>
          </a:prstGeom>
        </p:spPr>
      </p:pic>
      <p:sp>
        <p:nvSpPr>
          <p:cNvPr id="26" name="SIET wordmark 1">
            <a:extLst xmlns:a="http://schemas.openxmlformats.org/drawingml/2006/main">
              <a:ext uri="{FF2B5EF4-FFF2-40B4-BE49-F238E27FC236}">
                <a16:creationId xmlns:a16="http://schemas.microsoft.com/office/drawing/2014/main" id="{8862ABA9-D8ED-4701-AD12-4BDF798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250"/>
            <a:ext cx="428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3333"/>
          </a:bodyPr>
          <a:lstStyle xmlns:a="http://schemas.openxmlformats.org/drawingml/2006/main">
            <a:defPPr algn="l">
              <a:defRPr sz="1425" b="0" i="0">
                <a:solidFill>
                  <a:srgbClr val="F6F5F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6F5F2"/>
                </a:solidFill>
                <a:latin typeface="Tahoma"/>
                <a:ea typeface="Tahoma"/>
                <a:cs typeface="Tahoma"/>
              </a:defRPr>
            </a:pPr>
            <a:r>
              <a:rPr sz="1425" b="0" i="0">
                <a:solidFill>
                  <a:srgbClr val="F6F5F2"/>
                </a:solidFill>
                <a:latin typeface="Tahoma"/>
                <a:ea typeface="Tahoma"/>
                <a:cs typeface="Tahoma"/>
              </a:rPr>
              <a:t>SIET</a:t>
            </a:r>
          </a:p>
        </p:txBody>
      </p:sp>
      <p:sp>
        <p:nvSpPr>
          <p:cNvPr id="27" name="SIET subtitle 1">
            <a:extLst xmlns:a="http://schemas.openxmlformats.org/drawingml/2006/main">
              <a:ext uri="{FF2B5EF4-FFF2-40B4-BE49-F238E27FC236}">
                <a16:creationId xmlns:a16="http://schemas.microsoft.com/office/drawing/2014/main" id="{30077502-21AE-441C-BA98-6B6B037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920"/>
          </a:bodyPr>
          <a:lstStyle xmlns:a="http://schemas.openxmlformats.org/drawingml/2006/main">
            <a:defPPr algn="l">
              <a:defRPr sz="330" b="0" i="0">
                <a:solidFill>
                  <a:srgbClr val="E4E6E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" b="0" i="0">
                <a:solidFill>
                  <a:srgbClr val="E4E6ED"/>
                </a:solidFill>
                <a:latin typeface="Tahoma"/>
                <a:ea typeface="Tahoma"/>
                <a:cs typeface="Tahoma"/>
              </a:defRPr>
            </a:pPr>
            <a:r>
              <a:rPr sz="330" b="0" i="0">
                <a:solidFill>
                  <a:srgbClr val="E4E6ED"/>
                </a:solidFill>
                <a:latin typeface="Tahoma"/>
                <a:ea typeface="Tahoma"/>
                <a:cs typeface="Tahoma"/>
              </a:rPr>
              <a:t>School of Industrial</a:t>
            </a:r>
          </a:p>
          <a:p xmlns:a="http://schemas.openxmlformats.org/drawingml/2006/main">
            <a:pPr algn="l">
              <a:defRPr sz="330" b="0" i="0">
                <a:solidFill>
                  <a:srgbClr val="E4E6ED"/>
                </a:solidFill>
                <a:latin typeface="Tahoma"/>
                <a:ea typeface="Tahoma"/>
                <a:cs typeface="Tahoma"/>
              </a:defRPr>
            </a:pPr>
            <a:r>
              <a:rPr sz="330" b="0" i="0">
                <a:solidFill>
                  <a:srgbClr val="E4E6ED"/>
                </a:solidFill>
                <a:latin typeface="Tahoma"/>
                <a:ea typeface="Tahoma"/>
                <a:cs typeface="Tahoma"/>
              </a:rPr>
              <a:t>Education and Technology</a:t>
            </a:r>
          </a:p>
        </p:txBody>
      </p:sp>
      <p:sp>
        <p:nvSpPr>
          <p:cNvPr id="28" name="logo divider 1">
            <a:extLst xmlns:a="http://schemas.openxmlformats.org/drawingml/2006/main">
              <a:ext uri="{FF2B5EF4-FFF2-40B4-BE49-F238E27FC236}">
                <a16:creationId xmlns:a16="http://schemas.microsoft.com/office/drawing/2014/main" id="{ACA2B03E-B9F4-4D5C-9730-24CBC47C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9A40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6BB15-D60D-466C-891D-888A725D9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cf76c206d4c5e"/>
          <a:stretch xmlns:a="http://schemas.openxmlformats.org/drawingml/2006/main"/>
        </p:blipFill>
        <p:spPr>
          <a:xfrm xmlns:a="http://schemas.openxmlformats.org/drawingml/2006/main">
            <a:off x="958018" y="114300"/>
            <a:ext cx="569988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header gold sweep 1">
            <a:extLst xmlns:a="http://schemas.openxmlformats.org/drawingml/2006/main">
              <a:ext uri="{FF2B5EF4-FFF2-40B4-BE49-F238E27FC236}">
                <a16:creationId xmlns:a16="http://schemas.microsoft.com/office/drawing/2014/main" id="{5B57DCC4-67F8-4A59-9005-F793EF5D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57200"/>
            <a:ext cx="1809750" cy="104775"/>
          </a:xfrm>
          <a:custGeom xmlns:a="http://schemas.openxmlformats.org/drawingml/2006/main">
            <a:pathLst>
              <a:path w="1809750" h="104775">
                <a:moveTo>
                  <a:pt x="0" y="57150"/>
                </a:moveTo>
                <a:cubicBezTo>
                  <a:pt x="506730" y="0"/>
                  <a:pt x="1212533" y="104775"/>
                  <a:pt x="18097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9A644">
                <a:alpha val="70000"/>
              </a:srgbClr>
            </a:solidFill>
            <a:prstDash val="solid"/>
          </a:ln>
        </p:spPr>
      </p:sp>
      <p:sp>
        <p:nvSpPr>
          <p:cNvPr id="31" name="header blue sweep 1">
            <a:extLst xmlns:a="http://schemas.openxmlformats.org/drawingml/2006/main">
              <a:ext uri="{FF2B5EF4-FFF2-40B4-BE49-F238E27FC236}">
                <a16:creationId xmlns:a16="http://schemas.microsoft.com/office/drawing/2014/main" id="{F8D0D79B-ACBF-4C0A-B479-EE5EF13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485775"/>
            <a:ext cx="1809750" cy="76200"/>
          </a:xfrm>
          <a:custGeom xmlns:a="http://schemas.openxmlformats.org/drawingml/2006/main">
            <a:pathLst>
              <a:path w="1809750" h="76200">
                <a:moveTo>
                  <a:pt x="0" y="47625"/>
                </a:moveTo>
                <a:cubicBezTo>
                  <a:pt x="506730" y="95250"/>
                  <a:pt x="1212533" y="9525"/>
                  <a:pt x="180975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776B5">
                <a:alpha val="40000"/>
              </a:srgbClr>
            </a:solidFill>
            <a:prstDash val="solid"/>
          </a:ln>
        </p:spPr>
      </p:sp>
      <p:sp>
        <p:nvSpPr>
          <p:cNvPr id="32" name="photo 1-1 gold frame">
            <a:extLst xmlns:a="http://schemas.openxmlformats.org/drawingml/2006/main">
              <a:ext uri="{FF2B5EF4-FFF2-40B4-BE49-F238E27FC236}">
                <a16:creationId xmlns:a16="http://schemas.microsoft.com/office/drawing/2014/main" id="{06CB9412-1BFA-4D6B-BCD1-6E5D04C0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95325"/>
            <a:ext cx="1695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1908">
            <a:solidFill>
              <a:srgbClr val="E0AD48"/>
            </a:solidFill>
            <a:prstDash val="solid"/>
          </a:ln>
        </p:spPr>
      </p:sp>
      <p:sp>
        <p:nvSpPr>
          <p:cNvPr id="33" name="photo 1-1 inner frame">
            <a:extLst xmlns:a="http://schemas.openxmlformats.org/drawingml/2006/main">
              <a:ext uri="{FF2B5EF4-FFF2-40B4-BE49-F238E27FC236}">
                <a16:creationId xmlns:a16="http://schemas.microsoft.com/office/drawing/2014/main" id="{1B3E13F6-B394-445A-A73E-61FD99E7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719138"/>
            <a:ext cx="164782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141D37"/>
            </a:solidFill>
            <a:prstDash val="solid"/>
          </a:ln>
        </p:spPr>
      </p:sp>
      <p:sp>
        <p:nvSpPr>
          <p:cNvPr id="34" name="photo 1-2 gold frame">
            <a:extLst xmlns:a="http://schemas.openxmlformats.org/drawingml/2006/main">
              <a:ext uri="{FF2B5EF4-FFF2-40B4-BE49-F238E27FC236}">
                <a16:creationId xmlns:a16="http://schemas.microsoft.com/office/drawing/2014/main" id="{D04CA722-F97B-4E49-AAB4-9CDF665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733550"/>
            <a:ext cx="1695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1908">
            <a:solidFill>
              <a:srgbClr val="E0AD48"/>
            </a:solidFill>
            <a:prstDash val="solid"/>
          </a:ln>
        </p:spPr>
      </p:sp>
      <p:sp>
        <p:nvSpPr>
          <p:cNvPr id="35" name="photo 1-2 inner frame">
            <a:extLst xmlns:a="http://schemas.openxmlformats.org/drawingml/2006/main">
              <a:ext uri="{FF2B5EF4-FFF2-40B4-BE49-F238E27FC236}">
                <a16:creationId xmlns:a16="http://schemas.microsoft.com/office/drawing/2014/main" id="{F11393DB-71B3-4D83-AF87-4ADE6158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1757363"/>
            <a:ext cx="164782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141D37"/>
            </a:solidFill>
            <a:prstDash val="solid"/>
          </a:ln>
        </p:spPr>
      </p:sp>
      <p:sp>
        <p:nvSpPr>
          <p:cNvPr id="36" name="photo 1-3 gold frame">
            <a:extLst xmlns:a="http://schemas.openxmlformats.org/drawingml/2006/main">
              <a:ext uri="{FF2B5EF4-FFF2-40B4-BE49-F238E27FC236}">
                <a16:creationId xmlns:a16="http://schemas.microsoft.com/office/drawing/2014/main" id="{7AF5042D-D30D-416D-A4C0-33861E6C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2771775"/>
            <a:ext cx="1695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1908">
            <a:solidFill>
              <a:srgbClr val="E0AD48"/>
            </a:solidFill>
            <a:prstDash val="solid"/>
          </a:ln>
        </p:spPr>
      </p:sp>
      <p:sp>
        <p:nvSpPr>
          <p:cNvPr id="37" name="photo 1-3 inner frame">
            <a:extLst xmlns:a="http://schemas.openxmlformats.org/drawingml/2006/main">
              <a:ext uri="{FF2B5EF4-FFF2-40B4-BE49-F238E27FC236}">
                <a16:creationId xmlns:a16="http://schemas.microsoft.com/office/drawing/2014/main" id="{1B129574-951E-4110-8628-FCB19230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2795588"/>
            <a:ext cx="164782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141D37"/>
            </a:solidFill>
            <a:prstDash val="solid"/>
          </a:ln>
        </p:spPr>
      </p:sp>
      <p:sp>
        <p:nvSpPr>
          <p:cNvPr id="38" name="footer gold sweep 1">
            <a:extLst xmlns:a="http://schemas.openxmlformats.org/drawingml/2006/main">
              <a:ext uri="{FF2B5EF4-FFF2-40B4-BE49-F238E27FC236}">
                <a16:creationId xmlns:a16="http://schemas.microsoft.com/office/drawing/2014/main" id="{68E53C79-4412-4939-8D3F-73DA6E48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819525"/>
            <a:ext cx="1676400" cy="85725"/>
          </a:xfrm>
          <a:custGeom xmlns:a="http://schemas.openxmlformats.org/drawingml/2006/main">
            <a:pathLst>
              <a:path w="1676400" h="85725">
                <a:moveTo>
                  <a:pt x="0" y="57150"/>
                </a:moveTo>
                <a:cubicBezTo>
                  <a:pt x="469392" y="0"/>
                  <a:pt x="1123188" y="85725"/>
                  <a:pt x="167640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3AD49">
                <a:alpha val="90000"/>
              </a:srgbClr>
            </a:solidFill>
            <a:prstDash val="solid"/>
          </a:ln>
        </p:spPr>
      </p:sp>
      <p:sp>
        <p:nvSpPr>
          <p:cNvPr id="39" name="footer highlight 1">
            <a:extLst xmlns:a="http://schemas.openxmlformats.org/drawingml/2006/main">
              <a:ext uri="{FF2B5EF4-FFF2-40B4-BE49-F238E27FC236}">
                <a16:creationId xmlns:a16="http://schemas.microsoft.com/office/drawing/2014/main" id="{A657FCE2-6111-4E6E-98BB-B8544970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67150"/>
            <a:ext cx="1524000" cy="76200"/>
          </a:xfrm>
          <a:custGeom xmlns:a="http://schemas.openxmlformats.org/drawingml/2006/main">
            <a:pathLst>
              <a:path w="1524000" h="76200">
                <a:moveTo>
                  <a:pt x="0" y="47625"/>
                </a:moveTo>
                <a:cubicBezTo>
                  <a:pt x="426720" y="76200"/>
                  <a:pt x="1021080" y="9525"/>
                  <a:pt x="152400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F5D992">
                <a:alpha val="60000"/>
              </a:srgbClr>
            </a:solidFill>
            <a:prstDash val="solid"/>
          </a:ln>
        </p:spPr>
      </p:sp>
      <p:sp>
        <p:nvSpPr>
          <p:cNvPr id="40" name="event yearline 1">
            <a:extLst xmlns:a="http://schemas.openxmlformats.org/drawingml/2006/main">
              <a:ext uri="{FF2B5EF4-FFF2-40B4-BE49-F238E27FC236}">
                <a16:creationId xmlns:a16="http://schemas.microsoft.com/office/drawing/2014/main" id="{F7562363-9C4B-4764-8E27-B1272EA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914775"/>
            <a:ext cx="1657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5" b="1" i="0">
                <a:solidFill>
                  <a:srgbClr val="FFF0B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855" b="1" i="0">
                <a:solidFill>
                  <a:srgbClr val="FFF0BD"/>
                </a:solidFill>
                <a:latin typeface="Tahoma"/>
                <a:ea typeface="Tahoma"/>
                <a:cs typeface="Tahoma"/>
              </a:defRPr>
            </a:pPr>
            <a:r>
              <a:rPr sz="855" b="1" i="0">
                <a:solidFill>
                  <a:srgbClr val="FFF0BD"/>
                </a:solidFill>
                <a:latin typeface="Tahoma"/>
                <a:ea typeface="Tahoma"/>
                <a:cs typeface="Tahoma"/>
              </a:rPr>
              <a:t>Alumni Reunion 2026</a:t>
            </a:r>
          </a:p>
        </p:txBody>
      </p:sp>
      <p:sp>
        <p:nvSpPr>
          <p:cNvPr id="41" name="event title first 1">
            <a:extLst xmlns:a="http://schemas.openxmlformats.org/drawingml/2006/main">
              <a:ext uri="{FF2B5EF4-FFF2-40B4-BE49-F238E27FC236}">
                <a16:creationId xmlns:a16="http://schemas.microsoft.com/office/drawing/2014/main" id="{641F94B4-E78C-4D75-9B30-3F2A54E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0576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8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8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pPr>
            <a:r>
              <a:rPr sz="1283" b="1" i="0">
                <a:solidFill>
                  <a:srgbClr val="FFDA75"/>
                </a:solidFill>
                <a:latin typeface="Tahoma"/>
                <a:ea typeface="Tahoma"/>
                <a:cs typeface="Tahoma"/>
              </a:rPr>
              <a:t>บัณฑิตจิต คืนสู่เหย้า</a:t>
            </a:r>
          </a:p>
        </p:txBody>
      </p:sp>
      <p:sp>
        <p:nvSpPr>
          <p:cNvPr id="42" name="event title second 1">
            <a:extLst xmlns:a="http://schemas.openxmlformats.org/drawingml/2006/main">
              <a:ext uri="{FF2B5EF4-FFF2-40B4-BE49-F238E27FC236}">
                <a16:creationId xmlns:a16="http://schemas.microsoft.com/office/drawing/2014/main" id="{511E781C-C0CB-45B6-873E-5B13E53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2672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37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7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pPr>
            <a:r>
              <a:rPr sz="1373" b="1" i="0">
                <a:solidFill>
                  <a:srgbClr val="FFDA75"/>
                </a:solidFill>
                <a:latin typeface="Tahoma"/>
                <a:ea typeface="Tahoma"/>
                <a:cs typeface="Tahoma"/>
              </a:rPr>
              <a:t>เรามีคุณครู</a:t>
            </a:r>
          </a:p>
        </p:txBody>
      </p:sp>
      <p:sp>
        <p:nvSpPr>
          <p:cNvPr id="43" name="event subtitle 1">
            <a:extLst xmlns:a="http://schemas.openxmlformats.org/drawingml/2006/main">
              <a:ext uri="{FF2B5EF4-FFF2-40B4-BE49-F238E27FC236}">
                <a16:creationId xmlns:a16="http://schemas.microsoft.com/office/drawing/2014/main" id="{BB0422DF-DA23-4071-BE65-51217041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476750"/>
            <a:ext cx="1638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795" b="1" i="0">
                <a:solidFill>
                  <a:srgbClr val="F3EEE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795" b="1" i="0">
                <a:solidFill>
                  <a:srgbClr val="F3EEE4"/>
                </a:solidFill>
                <a:latin typeface="Tahoma"/>
                <a:ea typeface="Tahoma"/>
                <a:cs typeface="Tahoma"/>
              </a:defRPr>
            </a:pPr>
            <a:r>
              <a:rPr sz="795" b="1" i="0">
                <a:solidFill>
                  <a:srgbClr val="F3EEE4"/>
                </a:solidFill>
                <a:latin typeface="Tahoma"/>
                <a:ea typeface="Tahoma"/>
                <a:cs typeface="Tahoma"/>
              </a:rPr>
              <a:t>“ครุศาสตร์วิศวกรรม”</a:t>
            </a:r>
          </a:p>
        </p:txBody>
      </p:sp>
      <p:sp>
        <p:nvSpPr>
          <p:cNvPr id="44" name="event date 1">
            <a:extLst xmlns:a="http://schemas.openxmlformats.org/drawingml/2006/main">
              <a:ext uri="{FF2B5EF4-FFF2-40B4-BE49-F238E27FC236}">
                <a16:creationId xmlns:a16="http://schemas.microsoft.com/office/drawing/2014/main" id="{F167A57D-A621-46DA-8240-DCC4A640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610100"/>
            <a:ext cx="1695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48" b="1" i="0">
                <a:solidFill>
                  <a:srgbClr val="FFD45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548" b="1" i="0">
                <a:solidFill>
                  <a:srgbClr val="FFD45C"/>
                </a:solidFill>
                <a:latin typeface="Tahoma"/>
                <a:ea typeface="Tahoma"/>
                <a:cs typeface="Tahoma"/>
              </a:defRPr>
            </a:pPr>
            <a:r>
              <a:rPr sz="548" b="1" i="0">
                <a:solidFill>
                  <a:srgbClr val="FFD45C"/>
                </a:solidFill>
                <a:latin typeface="Tahoma"/>
                <a:ea typeface="Tahoma"/>
                <a:cs typeface="Tahoma"/>
              </a:rPr>
              <a:t>วันเสาร์ที่ 17 ตุลาคม พ.ศ. 2569</a:t>
            </a:r>
          </a:p>
        </p:txBody>
      </p:sp>
      <p:sp>
        <p:nvSpPr>
          <p:cNvPr id="45" name="footer divider 1">
            <a:extLst xmlns:a="http://schemas.openxmlformats.org/drawingml/2006/main">
              <a:ext uri="{FF2B5EF4-FFF2-40B4-BE49-F238E27FC236}">
                <a16:creationId xmlns:a16="http://schemas.microsoft.com/office/drawing/2014/main" id="{F961C4B8-E34C-4097-BC60-1A5600DA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7529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BD913D">
                <a:alpha val="85000"/>
              </a:srgbClr>
            </a:solidFill>
            <a:prstDash val="solid"/>
          </a:ln>
        </p:spPr>
      </p:sp>
      <p:sp>
        <p:nvSpPr>
          <p:cNvPr id="46" name="bottom event name 1">
            <a:extLst xmlns:a="http://schemas.openxmlformats.org/drawingml/2006/main">
              <a:ext uri="{FF2B5EF4-FFF2-40B4-BE49-F238E27FC236}">
                <a16:creationId xmlns:a16="http://schemas.microsoft.com/office/drawing/2014/main" id="{D80BF8DE-057B-4869-A31C-180A6DF9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819650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05" b="1" i="0">
                <a:solidFill>
                  <a:srgbClr val="F7F1E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705" b="1" i="0">
                <a:solidFill>
                  <a:srgbClr val="F7F1E7"/>
                </a:solidFill>
                <a:latin typeface="Tahoma"/>
                <a:ea typeface="Tahoma"/>
                <a:cs typeface="Tahoma"/>
              </a:defRPr>
            </a:pPr>
            <a:r>
              <a:rPr sz="705" b="1" i="0">
                <a:solidFill>
                  <a:srgbClr val="F7F1E7"/>
                </a:solidFill>
                <a:latin typeface="Tahoma"/>
                <a:ea typeface="Tahoma"/>
                <a:cs typeface="Tahoma"/>
              </a:rPr>
              <a:t>Alumni Reunion</a:t>
            </a:r>
          </a:p>
          <a:p xmlns:a="http://schemas.openxmlformats.org/drawingml/2006/main">
            <a:pPr algn="l">
              <a:defRPr sz="705" b="1" i="0">
                <a:solidFill>
                  <a:srgbClr val="F7F1E7"/>
                </a:solidFill>
                <a:latin typeface="Tahoma"/>
                <a:ea typeface="Tahoma"/>
                <a:cs typeface="Tahoma"/>
              </a:defRPr>
            </a:pPr>
            <a:r>
              <a:rPr sz="705" b="1" i="0">
                <a:solidFill>
                  <a:srgbClr val="F7F1E7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47" name="bottom multiplication sign 1">
            <a:extLst xmlns:a="http://schemas.openxmlformats.org/drawingml/2006/main">
              <a:ext uri="{FF2B5EF4-FFF2-40B4-BE49-F238E27FC236}">
                <a16:creationId xmlns:a16="http://schemas.microsoft.com/office/drawing/2014/main" id="{A7A5E180-5569-4AB1-A4DD-F43247D2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577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FFB3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B33D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B33D"/>
                </a:solidFill>
                <a:latin typeface="Tahoma"/>
                <a:ea typeface="Tahoma"/>
                <a:cs typeface="Tahoma"/>
              </a:rPr>
              <a:t>×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09C899-6926-4959-A40D-6D90881F8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f236889a84567"/>
          <a:stretch xmlns:a="http://schemas.openxmlformats.org/drawingml/2006/main"/>
        </p:blipFill>
        <p:spPr>
          <a:xfrm xmlns:a="http://schemas.openxmlformats.org/drawingml/2006/main">
            <a:off x="1362075" y="4844218"/>
            <a:ext cx="323850" cy="303288"/>
          </a:xfrm>
          <a:prstGeom xmlns:a="http://schemas.openxmlformats.org/drawingml/2006/main" prst="rect">
            <a:avLst/>
          </a:prstGeom>
        </p:spPr>
      </p:pic>
      <p:sp>
        <p:nvSpPr>
          <p:cNvPr id="49" name="bottom gold accent 1">
            <a:extLst xmlns:a="http://schemas.openxmlformats.org/drawingml/2006/main">
              <a:ext uri="{FF2B5EF4-FFF2-40B4-BE49-F238E27FC236}">
                <a16:creationId xmlns:a16="http://schemas.microsoft.com/office/drawing/2014/main" id="{E7BF0129-6473-4FD0-AECE-FB5DB87F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3625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AA46">
                <a:alpha val="70000"/>
              </a:srgbClr>
            </a:solidFill>
            <a:prstDash val="solid"/>
          </a:ln>
        </p:spPr>
      </p:sp>
      <p:sp>
        <p:nvSpPr>
          <p:cNvPr id="50" name="bottom gold accent right 1">
            <a:extLst xmlns:a="http://schemas.openxmlformats.org/drawingml/2006/main">
              <a:ext uri="{FF2B5EF4-FFF2-40B4-BE49-F238E27FC236}">
                <a16:creationId xmlns:a16="http://schemas.microsoft.com/office/drawing/2014/main" id="{67A39239-2675-4C6A-B4FD-B320C84C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625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AA46">
                <a:alpha val="70000"/>
              </a:srgbClr>
            </a:solidFill>
            <a:prstDash val="solid"/>
          </a:ln>
        </p:spPr>
      </p:sp>
      <p:sp>
        <p:nvSpPr>
          <p:cNvPr id="51" name="blue glow 2">
            <a:extLst xmlns:a="http://schemas.openxmlformats.org/drawingml/2006/main">
              <a:ext uri="{FF2B5EF4-FFF2-40B4-BE49-F238E27FC236}">
                <a16:creationId xmlns:a16="http://schemas.microsoft.com/office/drawing/2014/main" id="{51138884-80EA-4DAA-A1C1-3AE20EE7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085850"/>
            <a:ext cx="1562100" cy="26479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A4A80">
                  <a:alpha val="26000"/>
                </a:srgbClr>
              </a:gs>
              <a:gs pos="64000">
                <a:srgbClr val="10234A">
                  <a:alpha val="10000"/>
                </a:srgbClr>
              </a:gs>
              <a:gs pos="100000">
                <a:srgbClr val="10234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2" name="lower glow 2">
            <a:extLst xmlns:a="http://schemas.openxmlformats.org/drawingml/2006/main">
              <a:ext uri="{FF2B5EF4-FFF2-40B4-BE49-F238E27FC236}">
                <a16:creationId xmlns:a16="http://schemas.microsoft.com/office/drawing/2014/main" id="{0D732A0B-D067-4AA3-9331-B762B6F1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600450"/>
            <a:ext cx="1362075" cy="1733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83D70">
                  <a:alpha val="25000"/>
                </a:srgbClr>
              </a:gs>
              <a:gs pos="100000">
                <a:srgbClr val="08122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3" name="gold particle 2-1">
            <a:extLst xmlns:a="http://schemas.openxmlformats.org/drawingml/2006/main">
              <a:ext uri="{FF2B5EF4-FFF2-40B4-BE49-F238E27FC236}">
                <a16:creationId xmlns:a16="http://schemas.microsoft.com/office/drawing/2014/main" id="{85679118-E1F5-4B78-BFE9-A3C34FFD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old particle 2-2">
            <a:extLst xmlns:a="http://schemas.openxmlformats.org/drawingml/2006/main">
              <a:ext uri="{FF2B5EF4-FFF2-40B4-BE49-F238E27FC236}">
                <a16:creationId xmlns:a16="http://schemas.microsoft.com/office/drawing/2014/main" id="{4E75D023-2012-41B2-ABF9-6BE5D43A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2573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old particle 2-3">
            <a:extLst xmlns:a="http://schemas.openxmlformats.org/drawingml/2006/main">
              <a:ext uri="{FF2B5EF4-FFF2-40B4-BE49-F238E27FC236}">
                <a16:creationId xmlns:a16="http://schemas.microsoft.com/office/drawing/2014/main" id="{BE2DFBBC-297B-40EE-8E78-AA73BB21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4787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old particle 2-4">
            <a:extLst xmlns:a="http://schemas.openxmlformats.org/drawingml/2006/main">
              <a:ext uri="{FF2B5EF4-FFF2-40B4-BE49-F238E27FC236}">
                <a16:creationId xmlns:a16="http://schemas.microsoft.com/office/drawing/2014/main" id="{5BDCF529-AF3B-4B2D-9B3A-0D3EAD8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384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old particle 2-5">
            <a:extLst xmlns:a="http://schemas.openxmlformats.org/drawingml/2006/main">
              <a:ext uri="{FF2B5EF4-FFF2-40B4-BE49-F238E27FC236}">
                <a16:creationId xmlns:a16="http://schemas.microsoft.com/office/drawing/2014/main" id="{C9EDCFA0-065A-4669-AC24-5B826571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290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old particle 2-6">
            <a:extLst xmlns:a="http://schemas.openxmlformats.org/drawingml/2006/main">
              <a:ext uri="{FF2B5EF4-FFF2-40B4-BE49-F238E27FC236}">
                <a16:creationId xmlns:a16="http://schemas.microsoft.com/office/drawing/2014/main" id="{07DB11FE-5244-4BFD-B627-4FB7B36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96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gold particle 2-7">
            <a:extLst xmlns:a="http://schemas.openxmlformats.org/drawingml/2006/main">
              <a:ext uri="{FF2B5EF4-FFF2-40B4-BE49-F238E27FC236}">
                <a16:creationId xmlns:a16="http://schemas.microsoft.com/office/drawing/2014/main" id="{CB87DC9A-EA49-4F8A-9A5C-E238410F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101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gold particle 2-8">
            <a:extLst xmlns:a="http://schemas.openxmlformats.org/drawingml/2006/main">
              <a:ext uri="{FF2B5EF4-FFF2-40B4-BE49-F238E27FC236}">
                <a16:creationId xmlns:a16="http://schemas.microsoft.com/office/drawing/2014/main" id="{60845F48-D6E2-4DD3-99C9-E4A8FA91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8572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gold particle 2-9">
            <a:extLst xmlns:a="http://schemas.openxmlformats.org/drawingml/2006/main">
              <a:ext uri="{FF2B5EF4-FFF2-40B4-BE49-F238E27FC236}">
                <a16:creationId xmlns:a16="http://schemas.microsoft.com/office/drawing/2014/main" id="{808C8226-E360-463F-BF60-903DA296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478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old particle 2-10">
            <a:extLst xmlns:a="http://schemas.openxmlformats.org/drawingml/2006/main">
              <a:ext uri="{FF2B5EF4-FFF2-40B4-BE49-F238E27FC236}">
                <a16:creationId xmlns:a16="http://schemas.microsoft.com/office/drawing/2014/main" id="{43698941-FBDF-4E37-905A-3D9BAC94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384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gold particle 2-11">
            <a:extLst xmlns:a="http://schemas.openxmlformats.org/drawingml/2006/main">
              <a:ext uri="{FF2B5EF4-FFF2-40B4-BE49-F238E27FC236}">
                <a16:creationId xmlns:a16="http://schemas.microsoft.com/office/drawing/2014/main" id="{E2D176A6-E1D0-46E7-9D27-FBB8FCD5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2897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gold particle 2-12">
            <a:extLst xmlns:a="http://schemas.openxmlformats.org/drawingml/2006/main">
              <a:ext uri="{FF2B5EF4-FFF2-40B4-BE49-F238E27FC236}">
                <a16:creationId xmlns:a16="http://schemas.microsoft.com/office/drawing/2014/main" id="{A85B0D16-C634-452A-8A09-344FF260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95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gold particle 2-13">
            <a:extLst xmlns:a="http://schemas.openxmlformats.org/drawingml/2006/main">
              <a:ext uri="{FF2B5EF4-FFF2-40B4-BE49-F238E27FC236}">
                <a16:creationId xmlns:a16="http://schemas.microsoft.com/office/drawing/2014/main" id="{12A53E3C-105D-4033-AA03-0FF7AF5B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012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gold particle 2-14">
            <a:extLst xmlns:a="http://schemas.openxmlformats.org/drawingml/2006/main">
              <a:ext uri="{FF2B5EF4-FFF2-40B4-BE49-F238E27FC236}">
                <a16:creationId xmlns:a16="http://schemas.microsoft.com/office/drawing/2014/main" id="{9C638B81-4E8E-406C-8E1B-65F5D94C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72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gold particle 2-15">
            <a:extLst xmlns:a="http://schemas.openxmlformats.org/drawingml/2006/main">
              <a:ext uri="{FF2B5EF4-FFF2-40B4-BE49-F238E27FC236}">
                <a16:creationId xmlns:a16="http://schemas.microsoft.com/office/drawing/2014/main" id="{E5106DAE-6937-4CDC-9127-20C3F2A6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4777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gold particle 2-16">
            <a:extLst xmlns:a="http://schemas.openxmlformats.org/drawingml/2006/main">
              <a:ext uri="{FF2B5EF4-FFF2-40B4-BE49-F238E27FC236}">
                <a16:creationId xmlns:a16="http://schemas.microsoft.com/office/drawing/2014/main" id="{D9EE3FBE-5342-4C13-96D5-9562A0D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0383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old particle 2-17">
            <a:extLst xmlns:a="http://schemas.openxmlformats.org/drawingml/2006/main">
              <a:ext uri="{FF2B5EF4-FFF2-40B4-BE49-F238E27FC236}">
                <a16:creationId xmlns:a16="http://schemas.microsoft.com/office/drawing/2014/main" id="{025745B0-4283-4034-AC62-1C7DCEA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289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gold particle 2-18">
            <a:extLst xmlns:a="http://schemas.openxmlformats.org/drawingml/2006/main">
              <a:ext uri="{FF2B5EF4-FFF2-40B4-BE49-F238E27FC236}">
                <a16:creationId xmlns:a16="http://schemas.microsoft.com/office/drawing/2014/main" id="{427BE893-80D9-478B-B2A0-A9660039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195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gold particle 2-19">
            <a:extLst xmlns:a="http://schemas.openxmlformats.org/drawingml/2006/main">
              <a:ext uri="{FF2B5EF4-FFF2-40B4-BE49-F238E27FC236}">
                <a16:creationId xmlns:a16="http://schemas.microsoft.com/office/drawing/2014/main" id="{6F7C6B40-C800-4997-B5EA-5E3D8148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10075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gold particle 2-20">
            <a:extLst xmlns:a="http://schemas.openxmlformats.org/drawingml/2006/main">
              <a:ext uri="{FF2B5EF4-FFF2-40B4-BE49-F238E27FC236}">
                <a16:creationId xmlns:a16="http://schemas.microsoft.com/office/drawing/2014/main" id="{B89B03E8-B920-4F86-A4FF-808CBF3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20065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gold particle 2-21">
            <a:extLst xmlns:a="http://schemas.openxmlformats.org/drawingml/2006/main">
              <a:ext uri="{FF2B5EF4-FFF2-40B4-BE49-F238E27FC236}">
                <a16:creationId xmlns:a16="http://schemas.microsoft.com/office/drawing/2014/main" id="{3A6FFC3B-E05C-4E49-B89B-266DB062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47725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F8A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gold particle 2-22">
            <a:extLst xmlns:a="http://schemas.openxmlformats.org/drawingml/2006/main">
              <a:ext uri="{FF2B5EF4-FFF2-40B4-BE49-F238E27FC236}">
                <a16:creationId xmlns:a16="http://schemas.microsoft.com/office/drawing/2014/main" id="{DDEC082A-AC46-4C46-B300-7007FDBF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38300"/>
            <a:ext cx="16193" cy="16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D3E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3F77AD-E7E5-4172-AF7C-863489012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85b717dc04204"/>
          <a:stretch xmlns:a="http://schemas.openxmlformats.org/drawingml/2006/main"/>
        </p:blipFill>
        <p:spPr>
          <a:xfrm xmlns:a="http://schemas.openxmlformats.org/drawingml/2006/main">
            <a:off x="2000505" y="123825"/>
            <a:ext cx="199515" cy="219075"/>
          </a:xfrm>
          <a:prstGeom xmlns:a="http://schemas.openxmlformats.org/drawingml/2006/main" prst="rect">
            <a:avLst/>
          </a:prstGeom>
        </p:spPr>
      </p:pic>
      <p:sp>
        <p:nvSpPr>
          <p:cNvPr id="76" name="SIET wordmark 2">
            <a:extLst xmlns:a="http://schemas.openxmlformats.org/drawingml/2006/main">
              <a:ext uri="{FF2B5EF4-FFF2-40B4-BE49-F238E27FC236}">
                <a16:creationId xmlns:a16="http://schemas.microsoft.com/office/drawing/2014/main" id="{1D3293BC-D351-464B-BF23-4061F22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95250"/>
            <a:ext cx="428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3333"/>
          </a:bodyPr>
          <a:lstStyle xmlns:a="http://schemas.openxmlformats.org/drawingml/2006/main">
            <a:defPPr algn="l">
              <a:defRPr sz="1425" b="0" i="0">
                <a:solidFill>
                  <a:srgbClr val="F6F5F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6F5F2"/>
                </a:solidFill>
                <a:latin typeface="Tahoma"/>
                <a:ea typeface="Tahoma"/>
                <a:cs typeface="Tahoma"/>
              </a:defRPr>
            </a:pPr>
            <a:r>
              <a:rPr sz="1425" b="0" i="0">
                <a:solidFill>
                  <a:srgbClr val="F6F5F2"/>
                </a:solidFill>
                <a:latin typeface="Tahoma"/>
                <a:ea typeface="Tahoma"/>
                <a:cs typeface="Tahoma"/>
              </a:rPr>
              <a:t>SIET</a:t>
            </a:r>
          </a:p>
        </p:txBody>
      </p:sp>
      <p:sp>
        <p:nvSpPr>
          <p:cNvPr id="77" name="SIET subtitle 2">
            <a:extLst xmlns:a="http://schemas.openxmlformats.org/drawingml/2006/main">
              <a:ext uri="{FF2B5EF4-FFF2-40B4-BE49-F238E27FC236}">
                <a16:creationId xmlns:a16="http://schemas.microsoft.com/office/drawing/2014/main" id="{BFDE8BD5-F394-48EB-993D-BBD65C2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67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920"/>
          </a:bodyPr>
          <a:lstStyle xmlns:a="http://schemas.openxmlformats.org/drawingml/2006/main">
            <a:defPPr algn="l">
              <a:defRPr sz="330" b="0" i="0">
                <a:solidFill>
                  <a:srgbClr val="E4E6E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30" b="0" i="0">
                <a:solidFill>
                  <a:srgbClr val="E4E6ED"/>
                </a:solidFill>
                <a:latin typeface="Tahoma"/>
                <a:ea typeface="Tahoma"/>
                <a:cs typeface="Tahoma"/>
              </a:defRPr>
            </a:pPr>
            <a:r>
              <a:rPr sz="330" b="0" i="0">
                <a:solidFill>
                  <a:srgbClr val="E4E6ED"/>
                </a:solidFill>
                <a:latin typeface="Tahoma"/>
                <a:ea typeface="Tahoma"/>
                <a:cs typeface="Tahoma"/>
              </a:rPr>
              <a:t>School of Industrial</a:t>
            </a:r>
          </a:p>
          <a:p xmlns:a="http://schemas.openxmlformats.org/drawingml/2006/main">
            <a:pPr algn="l">
              <a:defRPr sz="330" b="0" i="0">
                <a:solidFill>
                  <a:srgbClr val="E4E6ED"/>
                </a:solidFill>
                <a:latin typeface="Tahoma"/>
                <a:ea typeface="Tahoma"/>
                <a:cs typeface="Tahoma"/>
              </a:defRPr>
            </a:pPr>
            <a:r>
              <a:rPr sz="330" b="0" i="0">
                <a:solidFill>
                  <a:srgbClr val="E4E6ED"/>
                </a:solidFill>
                <a:latin typeface="Tahoma"/>
                <a:ea typeface="Tahoma"/>
                <a:cs typeface="Tahoma"/>
              </a:rPr>
              <a:t>Education and Technology</a:t>
            </a:r>
          </a:p>
        </p:txBody>
      </p:sp>
      <p:sp>
        <p:nvSpPr>
          <p:cNvPr id="78" name="logo divider 2">
            <a:extLst xmlns:a="http://schemas.openxmlformats.org/drawingml/2006/main">
              <a:ext uri="{FF2B5EF4-FFF2-40B4-BE49-F238E27FC236}">
                <a16:creationId xmlns:a16="http://schemas.microsoft.com/office/drawing/2014/main" id="{9EACBC8C-1428-4331-BA40-844A429F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3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9A40"/>
            </a:solidFill>
            <a:prstDash val="solid"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923AD2-C24F-4D0D-AA0C-4DEB06C57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79e392f7d4b72"/>
          <a:stretch xmlns:a="http://schemas.openxmlformats.org/drawingml/2006/main"/>
        </p:blipFill>
        <p:spPr>
          <a:xfrm xmlns:a="http://schemas.openxmlformats.org/drawingml/2006/main">
            <a:off x="2786818" y="114300"/>
            <a:ext cx="569988" cy="247650"/>
          </a:xfrm>
          <a:prstGeom xmlns:a="http://schemas.openxmlformats.org/drawingml/2006/main" prst="rect">
            <a:avLst/>
          </a:prstGeom>
        </p:spPr>
      </p:pic>
      <p:sp>
        <p:nvSpPr>
          <p:cNvPr id="80" name="header gold sweep 2">
            <a:extLst xmlns:a="http://schemas.openxmlformats.org/drawingml/2006/main">
              <a:ext uri="{FF2B5EF4-FFF2-40B4-BE49-F238E27FC236}">
                <a16:creationId xmlns:a16="http://schemas.microsoft.com/office/drawing/2014/main" id="{24A1BF81-A80D-402D-922F-0619EEA0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57200"/>
            <a:ext cx="1809750" cy="104775"/>
          </a:xfrm>
          <a:custGeom xmlns:a="http://schemas.openxmlformats.org/drawingml/2006/main">
            <a:pathLst>
              <a:path w="1809750" h="104775">
                <a:moveTo>
                  <a:pt x="0" y="57150"/>
                </a:moveTo>
                <a:cubicBezTo>
                  <a:pt x="506730" y="0"/>
                  <a:pt x="1212533" y="104775"/>
                  <a:pt x="18097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9A644">
                <a:alpha val="70000"/>
              </a:srgbClr>
            </a:solidFill>
            <a:prstDash val="solid"/>
          </a:ln>
        </p:spPr>
      </p:sp>
      <p:sp>
        <p:nvSpPr>
          <p:cNvPr id="81" name="header blue sweep 2">
            <a:extLst xmlns:a="http://schemas.openxmlformats.org/drawingml/2006/main">
              <a:ext uri="{FF2B5EF4-FFF2-40B4-BE49-F238E27FC236}">
                <a16:creationId xmlns:a16="http://schemas.microsoft.com/office/drawing/2014/main" id="{5EE976AA-C34D-4B7A-BC0F-E3FC2BDF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85775"/>
            <a:ext cx="1809750" cy="76200"/>
          </a:xfrm>
          <a:custGeom xmlns:a="http://schemas.openxmlformats.org/drawingml/2006/main">
            <a:pathLst>
              <a:path w="1809750" h="76200">
                <a:moveTo>
                  <a:pt x="0" y="47625"/>
                </a:moveTo>
                <a:cubicBezTo>
                  <a:pt x="506730" y="95250"/>
                  <a:pt x="1212533" y="9525"/>
                  <a:pt x="180975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776B5">
                <a:alpha val="40000"/>
              </a:srgbClr>
            </a:solidFill>
            <a:prstDash val="solid"/>
          </a:ln>
        </p:spPr>
      </p:sp>
      <p:sp>
        <p:nvSpPr>
          <p:cNvPr id="82" name="photo 2-1 gold frame">
            <a:extLst xmlns:a="http://schemas.openxmlformats.org/drawingml/2006/main">
              <a:ext uri="{FF2B5EF4-FFF2-40B4-BE49-F238E27FC236}">
                <a16:creationId xmlns:a16="http://schemas.microsoft.com/office/drawing/2014/main" id="{F8EFEDDB-A01A-4137-8272-528FBAD0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95325"/>
            <a:ext cx="1695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1908">
            <a:solidFill>
              <a:srgbClr val="E0AD48"/>
            </a:solidFill>
            <a:prstDash val="solid"/>
          </a:ln>
        </p:spPr>
      </p:sp>
      <p:sp>
        <p:nvSpPr>
          <p:cNvPr id="83" name="photo 2-1 inner frame">
            <a:extLst xmlns:a="http://schemas.openxmlformats.org/drawingml/2006/main">
              <a:ext uri="{FF2B5EF4-FFF2-40B4-BE49-F238E27FC236}">
                <a16:creationId xmlns:a16="http://schemas.microsoft.com/office/drawing/2014/main" id="{F2A3EBE0-E7E5-4B8F-83FB-87F75A26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288" y="719138"/>
            <a:ext cx="164782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141D37"/>
            </a:solidFill>
            <a:prstDash val="solid"/>
          </a:ln>
        </p:spPr>
      </p:sp>
      <p:sp>
        <p:nvSpPr>
          <p:cNvPr id="84" name="photo 2-2 gold frame">
            <a:extLst xmlns:a="http://schemas.openxmlformats.org/drawingml/2006/main">
              <a:ext uri="{FF2B5EF4-FFF2-40B4-BE49-F238E27FC236}">
                <a16:creationId xmlns:a16="http://schemas.microsoft.com/office/drawing/2014/main" id="{793A02F8-A5F6-4940-8F81-2EBF6749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33550"/>
            <a:ext cx="1695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1908">
            <a:solidFill>
              <a:srgbClr val="E0AD48"/>
            </a:solidFill>
            <a:prstDash val="solid"/>
          </a:ln>
        </p:spPr>
      </p:sp>
      <p:sp>
        <p:nvSpPr>
          <p:cNvPr id="85" name="photo 2-2 inner frame">
            <a:extLst xmlns:a="http://schemas.openxmlformats.org/drawingml/2006/main">
              <a:ext uri="{FF2B5EF4-FFF2-40B4-BE49-F238E27FC236}">
                <a16:creationId xmlns:a16="http://schemas.microsoft.com/office/drawing/2014/main" id="{EEE0B559-0B8A-4F8A-B0D4-6618D9F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288" y="1757363"/>
            <a:ext cx="164782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141D37"/>
            </a:solidFill>
            <a:prstDash val="solid"/>
          </a:ln>
        </p:spPr>
      </p:sp>
      <p:sp>
        <p:nvSpPr>
          <p:cNvPr id="86" name="photo 2-3 gold frame">
            <a:extLst xmlns:a="http://schemas.openxmlformats.org/drawingml/2006/main">
              <a:ext uri="{FF2B5EF4-FFF2-40B4-BE49-F238E27FC236}">
                <a16:creationId xmlns:a16="http://schemas.microsoft.com/office/drawing/2014/main" id="{BFDE02D3-0FD3-4F7F-A824-FC65707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71775"/>
            <a:ext cx="1695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1908">
            <a:solidFill>
              <a:srgbClr val="E0AD48"/>
            </a:solidFill>
            <a:prstDash val="solid"/>
          </a:ln>
        </p:spPr>
      </p:sp>
      <p:sp>
        <p:nvSpPr>
          <p:cNvPr id="87" name="photo 2-3 inner frame">
            <a:extLst xmlns:a="http://schemas.openxmlformats.org/drawingml/2006/main">
              <a:ext uri="{FF2B5EF4-FFF2-40B4-BE49-F238E27FC236}">
                <a16:creationId xmlns:a16="http://schemas.microsoft.com/office/drawing/2014/main" id="{B1FDA4DA-E639-4709-B9FD-30312989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288" y="2795588"/>
            <a:ext cx="164782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141D37"/>
            </a:solidFill>
            <a:prstDash val="solid"/>
          </a:ln>
        </p:spPr>
      </p:sp>
      <p:sp>
        <p:nvSpPr>
          <p:cNvPr id="88" name="footer gold sweep 2">
            <a:extLst xmlns:a="http://schemas.openxmlformats.org/drawingml/2006/main">
              <a:ext uri="{FF2B5EF4-FFF2-40B4-BE49-F238E27FC236}">
                <a16:creationId xmlns:a16="http://schemas.microsoft.com/office/drawing/2014/main" id="{7BBD7EC4-7738-4BAC-BAA6-6DA796DA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1676400" cy="85725"/>
          </a:xfrm>
          <a:custGeom xmlns:a="http://schemas.openxmlformats.org/drawingml/2006/main">
            <a:pathLst>
              <a:path w="1676400" h="85725">
                <a:moveTo>
                  <a:pt x="0" y="57150"/>
                </a:moveTo>
                <a:cubicBezTo>
                  <a:pt x="469392" y="0"/>
                  <a:pt x="1123188" y="85725"/>
                  <a:pt x="167640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3AD49">
                <a:alpha val="90000"/>
              </a:srgbClr>
            </a:solidFill>
            <a:prstDash val="solid"/>
          </a:ln>
        </p:spPr>
      </p:sp>
      <p:sp>
        <p:nvSpPr>
          <p:cNvPr id="89" name="footer highlight 2">
            <a:extLst xmlns:a="http://schemas.openxmlformats.org/drawingml/2006/main">
              <a:ext uri="{FF2B5EF4-FFF2-40B4-BE49-F238E27FC236}">
                <a16:creationId xmlns:a16="http://schemas.microsoft.com/office/drawing/2014/main" id="{F0B67275-7227-4332-8ECD-97B1A1C7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67150"/>
            <a:ext cx="1524000" cy="76200"/>
          </a:xfrm>
          <a:custGeom xmlns:a="http://schemas.openxmlformats.org/drawingml/2006/main">
            <a:pathLst>
              <a:path w="1524000" h="76200">
                <a:moveTo>
                  <a:pt x="0" y="47625"/>
                </a:moveTo>
                <a:cubicBezTo>
                  <a:pt x="426720" y="76200"/>
                  <a:pt x="1021080" y="9525"/>
                  <a:pt x="1524000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F5D992">
                <a:alpha val="60000"/>
              </a:srgbClr>
            </a:solidFill>
            <a:prstDash val="solid"/>
          </a:ln>
        </p:spPr>
      </p:sp>
      <p:sp>
        <p:nvSpPr>
          <p:cNvPr id="90" name="event yearline 2">
            <a:extLst xmlns:a="http://schemas.openxmlformats.org/drawingml/2006/main">
              <a:ext uri="{FF2B5EF4-FFF2-40B4-BE49-F238E27FC236}">
                <a16:creationId xmlns:a16="http://schemas.microsoft.com/office/drawing/2014/main" id="{9EE5301B-44C5-4B82-8350-2A750B2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914775"/>
            <a:ext cx="1657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855" b="1" i="0">
                <a:solidFill>
                  <a:srgbClr val="FFF0B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855" b="1" i="0">
                <a:solidFill>
                  <a:srgbClr val="FFF0BD"/>
                </a:solidFill>
                <a:latin typeface="Tahoma"/>
                <a:ea typeface="Tahoma"/>
                <a:cs typeface="Tahoma"/>
              </a:defRPr>
            </a:pPr>
            <a:r>
              <a:rPr sz="855" b="1" i="0">
                <a:solidFill>
                  <a:srgbClr val="FFF0BD"/>
                </a:solidFill>
                <a:latin typeface="Tahoma"/>
                <a:ea typeface="Tahoma"/>
                <a:cs typeface="Tahoma"/>
              </a:rPr>
              <a:t>Alumni Reunion 2026</a:t>
            </a:r>
          </a:p>
        </p:txBody>
      </p:sp>
      <p:sp>
        <p:nvSpPr>
          <p:cNvPr id="91" name="event title first 2">
            <a:extLst xmlns:a="http://schemas.openxmlformats.org/drawingml/2006/main">
              <a:ext uri="{FF2B5EF4-FFF2-40B4-BE49-F238E27FC236}">
                <a16:creationId xmlns:a16="http://schemas.microsoft.com/office/drawing/2014/main" id="{1CA37350-DE4C-482B-A429-4F09DFD4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576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8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28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pPr>
            <a:r>
              <a:rPr sz="1283" b="1" i="0">
                <a:solidFill>
                  <a:srgbClr val="FFDA75"/>
                </a:solidFill>
                <a:latin typeface="Tahoma"/>
                <a:ea typeface="Tahoma"/>
                <a:cs typeface="Tahoma"/>
              </a:rPr>
              <a:t>บัณฑิตจิต คืนสู่เหย้า</a:t>
            </a:r>
          </a:p>
        </p:txBody>
      </p:sp>
      <p:sp>
        <p:nvSpPr>
          <p:cNvPr id="92" name="event title second 2">
            <a:extLst xmlns:a="http://schemas.openxmlformats.org/drawingml/2006/main">
              <a:ext uri="{FF2B5EF4-FFF2-40B4-BE49-F238E27FC236}">
                <a16:creationId xmlns:a16="http://schemas.microsoft.com/office/drawing/2014/main" id="{9EC7A298-FF0B-4B4A-8AD7-C4F613E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2672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37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73" b="1" i="0">
                <a:solidFill>
                  <a:srgbClr val="FFDA75"/>
                </a:solidFill>
                <a:latin typeface="Tahoma"/>
                <a:ea typeface="Tahoma"/>
                <a:cs typeface="Tahoma"/>
              </a:defRPr>
            </a:pPr>
            <a:r>
              <a:rPr sz="1373" b="1" i="0">
                <a:solidFill>
                  <a:srgbClr val="FFDA75"/>
                </a:solidFill>
                <a:latin typeface="Tahoma"/>
                <a:ea typeface="Tahoma"/>
                <a:cs typeface="Tahoma"/>
              </a:rPr>
              <a:t>เรามีคุณครู</a:t>
            </a:r>
          </a:p>
        </p:txBody>
      </p:sp>
      <p:sp>
        <p:nvSpPr>
          <p:cNvPr id="93" name="event subtitle 2">
            <a:extLst xmlns:a="http://schemas.openxmlformats.org/drawingml/2006/main">
              <a:ext uri="{FF2B5EF4-FFF2-40B4-BE49-F238E27FC236}">
                <a16:creationId xmlns:a16="http://schemas.microsoft.com/office/drawing/2014/main" id="{F433305E-3032-4425-A4C7-199F231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1638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795" b="1" i="0">
                <a:solidFill>
                  <a:srgbClr val="F3EEE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795" b="1" i="0">
                <a:solidFill>
                  <a:srgbClr val="F3EEE4"/>
                </a:solidFill>
                <a:latin typeface="Tahoma"/>
                <a:ea typeface="Tahoma"/>
                <a:cs typeface="Tahoma"/>
              </a:defRPr>
            </a:pPr>
            <a:r>
              <a:rPr sz="795" b="1" i="0">
                <a:solidFill>
                  <a:srgbClr val="F3EEE4"/>
                </a:solidFill>
                <a:latin typeface="Tahoma"/>
                <a:ea typeface="Tahoma"/>
                <a:cs typeface="Tahoma"/>
              </a:rPr>
              <a:t>“ครุศาสตร์วิศวกรรม”</a:t>
            </a:r>
          </a:p>
        </p:txBody>
      </p:sp>
      <p:sp>
        <p:nvSpPr>
          <p:cNvPr id="94" name="event date 2">
            <a:extLst xmlns:a="http://schemas.openxmlformats.org/drawingml/2006/main">
              <a:ext uri="{FF2B5EF4-FFF2-40B4-BE49-F238E27FC236}">
                <a16:creationId xmlns:a16="http://schemas.microsoft.com/office/drawing/2014/main" id="{A6542C56-CD58-4283-BD04-5AA3A6A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610100"/>
            <a:ext cx="1695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548" b="1" i="0">
                <a:solidFill>
                  <a:srgbClr val="FFD45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548" b="1" i="0">
                <a:solidFill>
                  <a:srgbClr val="FFD45C"/>
                </a:solidFill>
                <a:latin typeface="Tahoma"/>
                <a:ea typeface="Tahoma"/>
                <a:cs typeface="Tahoma"/>
              </a:defRPr>
            </a:pPr>
            <a:r>
              <a:rPr sz="548" b="1" i="0">
                <a:solidFill>
                  <a:srgbClr val="FFD45C"/>
                </a:solidFill>
                <a:latin typeface="Tahoma"/>
                <a:ea typeface="Tahoma"/>
                <a:cs typeface="Tahoma"/>
              </a:rPr>
              <a:t>วันเสาร์ที่ 17 ตุลาคม พ.ศ. 2569</a:t>
            </a:r>
          </a:p>
        </p:txBody>
      </p:sp>
      <p:sp>
        <p:nvSpPr>
          <p:cNvPr id="95" name="footer divider 2">
            <a:extLst xmlns:a="http://schemas.openxmlformats.org/drawingml/2006/main">
              <a:ext uri="{FF2B5EF4-FFF2-40B4-BE49-F238E27FC236}">
                <a16:creationId xmlns:a16="http://schemas.microsoft.com/office/drawing/2014/main" id="{F0F18C31-65C2-4CD0-B964-35AC7224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529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BD913D">
                <a:alpha val="85000"/>
              </a:srgbClr>
            </a:solidFill>
            <a:prstDash val="solid"/>
          </a:ln>
        </p:spPr>
      </p:sp>
      <p:sp>
        <p:nvSpPr>
          <p:cNvPr id="96" name="bottom event name 2">
            <a:extLst xmlns:a="http://schemas.openxmlformats.org/drawingml/2006/main">
              <a:ext uri="{FF2B5EF4-FFF2-40B4-BE49-F238E27FC236}">
                <a16:creationId xmlns:a16="http://schemas.microsoft.com/office/drawing/2014/main" id="{28FA2BE6-4767-4FD9-B2EB-3749D79A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9650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05" b="1" i="0">
                <a:solidFill>
                  <a:srgbClr val="F7F1E7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705" b="1" i="0">
                <a:solidFill>
                  <a:srgbClr val="F7F1E7"/>
                </a:solidFill>
                <a:latin typeface="Tahoma"/>
                <a:ea typeface="Tahoma"/>
                <a:cs typeface="Tahoma"/>
              </a:defRPr>
            </a:pPr>
            <a:r>
              <a:rPr sz="705" b="1" i="0">
                <a:solidFill>
                  <a:srgbClr val="F7F1E7"/>
                </a:solidFill>
                <a:latin typeface="Tahoma"/>
                <a:ea typeface="Tahoma"/>
                <a:cs typeface="Tahoma"/>
              </a:rPr>
              <a:t>Alumni Reunion</a:t>
            </a:r>
          </a:p>
          <a:p xmlns:a="http://schemas.openxmlformats.org/drawingml/2006/main">
            <a:pPr algn="l">
              <a:defRPr sz="705" b="1" i="0">
                <a:solidFill>
                  <a:srgbClr val="F7F1E7"/>
                </a:solidFill>
                <a:latin typeface="Tahoma"/>
                <a:ea typeface="Tahoma"/>
                <a:cs typeface="Tahoma"/>
              </a:defRPr>
            </a:pPr>
            <a:r>
              <a:rPr sz="705" b="1" i="0">
                <a:solidFill>
                  <a:srgbClr val="F7F1E7"/>
                </a:solidFill>
                <a:latin typeface="Tahoma"/>
                <a:ea typeface="Tahoma"/>
                <a:cs typeface="Tahoma"/>
              </a:rPr>
              <a:t>2026</a:t>
            </a:r>
          </a:p>
        </p:txBody>
      </p:sp>
      <p:sp>
        <p:nvSpPr>
          <p:cNvPr id="97" name="bottom multiplication sign 2">
            <a:extLst xmlns:a="http://schemas.openxmlformats.org/drawingml/2006/main">
              <a:ext uri="{FF2B5EF4-FFF2-40B4-BE49-F238E27FC236}">
                <a16:creationId xmlns:a16="http://schemas.microsoft.com/office/drawing/2014/main" id="{F41A7B98-6082-4E15-9C48-8C4E3E89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8577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FFB33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B33D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B33D"/>
                </a:solidFill>
                <a:latin typeface="Tahoma"/>
                <a:ea typeface="Tahoma"/>
                <a:cs typeface="Tahoma"/>
              </a:rPr>
              <a:t>×</a:t>
            </a:r>
          </a:p>
        </p:txBody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8F1C2E-423B-437C-A79D-98EE3E1C6B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a4284961543c0"/>
          <a:stretch xmlns:a="http://schemas.openxmlformats.org/drawingml/2006/main"/>
        </p:blipFill>
        <p:spPr>
          <a:xfrm xmlns:a="http://schemas.openxmlformats.org/drawingml/2006/main">
            <a:off x="3190875" y="4844218"/>
            <a:ext cx="323850" cy="303288"/>
          </a:xfrm>
          <a:prstGeom xmlns:a="http://schemas.openxmlformats.org/drawingml/2006/main" prst="rect">
            <a:avLst/>
          </a:prstGeom>
        </p:spPr>
      </p:pic>
      <p:sp>
        <p:nvSpPr>
          <p:cNvPr id="99" name="bottom gold accent 2">
            <a:extLst xmlns:a="http://schemas.openxmlformats.org/drawingml/2006/main">
              <a:ext uri="{FF2B5EF4-FFF2-40B4-BE49-F238E27FC236}">
                <a16:creationId xmlns:a16="http://schemas.microsoft.com/office/drawing/2014/main" id="{13F2EC4E-251C-40A2-9D0F-C7240E1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625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AA46">
                <a:alpha val="70000"/>
              </a:srgbClr>
            </a:solidFill>
            <a:prstDash val="solid"/>
          </a:ln>
        </p:spPr>
      </p:sp>
      <p:sp>
        <p:nvSpPr>
          <p:cNvPr id="100" name="bottom gold accent right 2">
            <a:extLst xmlns:a="http://schemas.openxmlformats.org/drawingml/2006/main">
              <a:ext uri="{FF2B5EF4-FFF2-40B4-BE49-F238E27FC236}">
                <a16:creationId xmlns:a16="http://schemas.microsoft.com/office/drawing/2014/main" id="{4BDFF221-F455-4031-B013-DF75CE77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3625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AA46">
                <a:alpha val="70000"/>
              </a:srgbClr>
            </a:solidFill>
            <a:prstDash val="solid"/>
          </a:ln>
        </p:spPr>
      </p:sp>
      <p:sp>
        <p:nvSpPr>
          <p:cNvPr id="101" name="center trim">
            <a:extLst xmlns:a="http://schemas.openxmlformats.org/drawingml/2006/main">
              <a:ext uri="{FF2B5EF4-FFF2-40B4-BE49-F238E27FC236}">
                <a16:creationId xmlns:a16="http://schemas.microsoft.com/office/drawing/2014/main" id="{7C338A6E-DC7C-4E2F-B5B8-3670E86A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100"/>
            <a:ext cx="0" cy="541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9140">
                <a:alpha val="8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2762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2026-10-16T17:30:16.3310000Z</dcterms:created>
  <dcterms:modified xsi:type="dcterms:W3CDTF">2026-10-16T17:30:16.3310000Z</dcterms:modified>
</coreProperties>
</file>